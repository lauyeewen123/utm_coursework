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9XFfnXrI3VsCArmOTtK7nmIA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 dirty="0"/>
              <a:t>SECJ2013 - DSA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2024/2025-1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QUIZ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 Yee Wen A23CS0099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 Kah Sin A23CS0080</a:t>
            </a:r>
            <a:endParaRPr lang="en-MY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27529" y="573740"/>
            <a:ext cx="69924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that two functions (</a:t>
            </a:r>
            <a:r>
              <a:rPr lang="en-MY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funA </a:t>
            </a:r>
            <a:r>
              <a:rPr lang="en-MY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MY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funB</a:t>
            </a:r>
            <a:r>
              <a:rPr lang="en-MY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ha</a:t>
            </a: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MY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been defined as follows: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755" y="1186175"/>
            <a:ext cx="3150750" cy="2317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184" y="1186175"/>
            <a:ext cx="3040486" cy="22277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784755" y="4589928"/>
            <a:ext cx="108513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the </a:t>
            </a:r>
            <a:r>
              <a:rPr lang="en-MY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funA</a:t>
            </a: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MY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funB</a:t>
            </a: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 above. Identify the followings: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to check if the terminal case has been reached: __</a:t>
            </a:r>
            <a:r>
              <a:rPr lang="en-MY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if(n&lt;5)</a:t>
            </a:r>
            <a:r>
              <a:rPr lang="en-MY" sz="1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</a:t>
            </a:r>
            <a:b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to change the size of the problem so the terminal case can be reached: </a:t>
            </a:r>
            <a:r>
              <a:rPr lang="en-MY" sz="1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____n=n+1________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627529" y="573740"/>
            <a:ext cx="913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Trace the recursive calls of the </a:t>
            </a:r>
            <a:r>
              <a:rPr lang="en-MY" sz="1800" b="0" i="0" u="none" strike="noStrike" cap="none" dirty="0" err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funA</a:t>
            </a:r>
            <a:r>
              <a:rPr lang="en-MY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MY" sz="1800" b="0" i="0" u="none" strike="noStrike" cap="none" dirty="0" err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funB</a:t>
            </a:r>
            <a:r>
              <a:rPr lang="en-MY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functions </a:t>
            </a:r>
            <a:r>
              <a:rPr lang="en-MY" sz="1800" dirty="0">
                <a:solidFill>
                  <a:srgbClr val="374151"/>
                </a:solidFill>
              </a:rPr>
              <a:t>inside the following main function of a C++ program: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529" y="1371580"/>
            <a:ext cx="1537944" cy="9059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2842E9-D2FE-C379-B272-68EDCF50F714}"/>
              </a:ext>
            </a:extLst>
          </p:cNvPr>
          <p:cNvSpPr txBox="1"/>
          <p:nvPr/>
        </p:nvSpPr>
        <p:spPr>
          <a:xfrm>
            <a:off x="1101245" y="2667197"/>
            <a:ext cx="90717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dirty="0" err="1">
                <a:latin typeface="Consolas" panose="020B0609020204030204" pitchFamily="49" charset="0"/>
              </a:rPr>
              <a:t>funA</a:t>
            </a:r>
            <a:r>
              <a:rPr lang="en-MY" dirty="0">
                <a:latin typeface="Consolas" panose="020B0609020204030204" pitchFamily="49" charset="0"/>
              </a:rPr>
              <a:t>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MY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" name="Google Shape;181;p18">
            <a:extLst>
              <a:ext uri="{FF2B5EF4-FFF2-40B4-BE49-F238E27FC236}">
                <a16:creationId xmlns:a16="http://schemas.microsoft.com/office/drawing/2014/main" id="{C276076B-116D-EF5C-04CA-FAD94E5BD5C3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1554833" y="2974974"/>
            <a:ext cx="1" cy="48783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" name="Google Shape;177;p18">
            <a:extLst>
              <a:ext uri="{FF2B5EF4-FFF2-40B4-BE49-F238E27FC236}">
                <a16:creationId xmlns:a16="http://schemas.microsoft.com/office/drawing/2014/main" id="{EBD6370B-771F-1E73-E07D-E1BA3D8B57B6}"/>
              </a:ext>
            </a:extLst>
          </p:cNvPr>
          <p:cNvSpPr txBox="1"/>
          <p:nvPr/>
        </p:nvSpPr>
        <p:spPr>
          <a:xfrm>
            <a:off x="749529" y="3462804"/>
            <a:ext cx="1610609" cy="95406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1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+1, </a:t>
            </a:r>
            <a:r>
              <a:rPr lang="en-US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MY" dirty="0">
                <a:latin typeface="Consolas" panose="020B0609020204030204" pitchFamily="49" charset="0"/>
              </a:rPr>
              <a:t>&lt;5)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MY" dirty="0">
                <a:latin typeface="Consolas" panose="020B0609020204030204" pitchFamily="49" charset="0"/>
              </a:rPr>
              <a:t>%2==0)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12" name="Google Shape;177;p18">
            <a:extLst>
              <a:ext uri="{FF2B5EF4-FFF2-40B4-BE49-F238E27FC236}">
                <a16:creationId xmlns:a16="http://schemas.microsoft.com/office/drawing/2014/main" id="{314C96E0-9CD1-FCD4-BB4C-06139AF5F1DE}"/>
              </a:ext>
            </a:extLst>
          </p:cNvPr>
          <p:cNvSpPr txBox="1"/>
          <p:nvPr/>
        </p:nvSpPr>
        <p:spPr>
          <a:xfrm>
            <a:off x="2943547" y="4358721"/>
            <a:ext cx="1928927" cy="95406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2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+1, </a:t>
            </a:r>
            <a:r>
              <a:rPr lang="pt-BR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n=3</a:t>
            </a:r>
            <a:endParaRPr lang="pt-BR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highlight>
                <a:srgbClr val="FFFF00"/>
              </a:highlight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MY" dirty="0">
                <a:latin typeface="Consolas" panose="020B0609020204030204" pitchFamily="49" charset="0"/>
              </a:rPr>
              <a:t>&lt;5)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3%5!=0 </a:t>
            </a:r>
          </a:p>
        </p:txBody>
      </p:sp>
      <p:cxnSp>
        <p:nvCxnSpPr>
          <p:cNvPr id="13" name="Google Shape;181;p18">
            <a:extLst>
              <a:ext uri="{FF2B5EF4-FFF2-40B4-BE49-F238E27FC236}">
                <a16:creationId xmlns:a16="http://schemas.microsoft.com/office/drawing/2014/main" id="{F2F70E52-9F96-8C9C-F06F-D59C2B683936}"/>
              </a:ext>
            </a:extLst>
          </p:cNvPr>
          <p:cNvCxnSpPr>
            <a:cxnSpLocks/>
            <a:stCxn id="14" idx="2"/>
            <a:endCxn id="76" idx="0"/>
          </p:cNvCxnSpPr>
          <p:nvPr/>
        </p:nvCxnSpPr>
        <p:spPr>
          <a:xfrm flipH="1">
            <a:off x="6375254" y="4724607"/>
            <a:ext cx="20872" cy="4484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" name="Google Shape;177;p18">
            <a:extLst>
              <a:ext uri="{FF2B5EF4-FFF2-40B4-BE49-F238E27FC236}">
                <a16:creationId xmlns:a16="http://schemas.microsoft.com/office/drawing/2014/main" id="{AA0DC12E-0608-2176-6CA6-A1E6FA68993E}"/>
              </a:ext>
            </a:extLst>
          </p:cNvPr>
          <p:cNvSpPr txBox="1"/>
          <p:nvPr/>
        </p:nvSpPr>
        <p:spPr>
          <a:xfrm>
            <a:off x="5625926" y="4416871"/>
            <a:ext cx="1540400" cy="30773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 err="1">
                <a:latin typeface="Consolas" panose="020B0609020204030204" pitchFamily="49" charset="0"/>
              </a:rPr>
              <a:t>funA</a:t>
            </a:r>
            <a:r>
              <a:rPr lang="en-MY" dirty="0">
                <a:latin typeface="Consolas" panose="020B0609020204030204" pitchFamily="49" charset="0"/>
              </a:rPr>
              <a:t>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MY" dirty="0">
                <a:latin typeface="Consolas" panose="020B0609020204030204" pitchFamily="49" charset="0"/>
              </a:rPr>
              <a:t>)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16" name="Google Shape;124;p15">
            <a:extLst>
              <a:ext uri="{FF2B5EF4-FFF2-40B4-BE49-F238E27FC236}">
                <a16:creationId xmlns:a16="http://schemas.microsoft.com/office/drawing/2014/main" id="{375437BF-3AC6-ACBB-4917-CB1279424556}"/>
              </a:ext>
            </a:extLst>
          </p:cNvPr>
          <p:cNvSpPr/>
          <p:nvPr/>
        </p:nvSpPr>
        <p:spPr>
          <a:xfrm>
            <a:off x="5422272" y="2398166"/>
            <a:ext cx="1882808" cy="894571"/>
          </a:xfrm>
          <a:prstGeom prst="wedgeRoundRectCallout">
            <a:avLst>
              <a:gd name="adj1" fmla="val -127970"/>
              <a:gd name="adj2" fmla="val 80189"/>
              <a:gd name="adj3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1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Output: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</a:p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funA –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funB – 2</a:t>
            </a:r>
          </a:p>
        </p:txBody>
      </p:sp>
      <p:sp>
        <p:nvSpPr>
          <p:cNvPr id="17" name="Google Shape;162;p17">
            <a:extLst>
              <a:ext uri="{FF2B5EF4-FFF2-40B4-BE49-F238E27FC236}">
                <a16:creationId xmlns:a16="http://schemas.microsoft.com/office/drawing/2014/main" id="{6DA6815B-645D-6CBE-E6A6-1A6C5EBB6816}"/>
              </a:ext>
            </a:extLst>
          </p:cNvPr>
          <p:cNvSpPr/>
          <p:nvPr/>
        </p:nvSpPr>
        <p:spPr>
          <a:xfrm>
            <a:off x="2742179" y="3588098"/>
            <a:ext cx="207390" cy="207390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23" name="Google Shape;124;p15">
            <a:extLst>
              <a:ext uri="{FF2B5EF4-FFF2-40B4-BE49-F238E27FC236}">
                <a16:creationId xmlns:a16="http://schemas.microsoft.com/office/drawing/2014/main" id="{96D792E0-CB71-45E4-857E-C9E9620B67CC}"/>
              </a:ext>
            </a:extLst>
          </p:cNvPr>
          <p:cNvSpPr/>
          <p:nvPr/>
        </p:nvSpPr>
        <p:spPr>
          <a:xfrm>
            <a:off x="3005667" y="1527976"/>
            <a:ext cx="1866807" cy="749517"/>
          </a:xfrm>
          <a:prstGeom prst="wedgeRoundRectCallout">
            <a:avLst>
              <a:gd name="adj1" fmla="val -123089"/>
              <a:gd name="adj2" fmla="val 99363"/>
              <a:gd name="adj3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Output: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funA – 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3" name="Google Shape;181;p18">
            <a:extLst>
              <a:ext uri="{FF2B5EF4-FFF2-40B4-BE49-F238E27FC236}">
                <a16:creationId xmlns:a16="http://schemas.microsoft.com/office/drawing/2014/main" id="{AEF0F4CE-4F80-D7C7-FD60-64EB6F36FD92}"/>
              </a:ext>
            </a:extLst>
          </p:cNvPr>
          <p:cNvCxnSpPr>
            <a:cxnSpLocks/>
            <a:stCxn id="61" idx="2"/>
            <a:endCxn id="12" idx="0"/>
          </p:cNvCxnSpPr>
          <p:nvPr/>
        </p:nvCxnSpPr>
        <p:spPr>
          <a:xfrm>
            <a:off x="3898771" y="3985983"/>
            <a:ext cx="9240" cy="37273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" name="Google Shape;181;p18">
            <a:extLst>
              <a:ext uri="{FF2B5EF4-FFF2-40B4-BE49-F238E27FC236}">
                <a16:creationId xmlns:a16="http://schemas.microsoft.com/office/drawing/2014/main" id="{B9E39896-AEF5-2C37-3D54-DA6A48156450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1927536" y="3832115"/>
            <a:ext cx="1316735" cy="45120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177;p18">
            <a:extLst>
              <a:ext uri="{FF2B5EF4-FFF2-40B4-BE49-F238E27FC236}">
                <a16:creationId xmlns:a16="http://schemas.microsoft.com/office/drawing/2014/main" id="{53E644A9-DA13-98F6-F692-C593579B5C7E}"/>
              </a:ext>
            </a:extLst>
          </p:cNvPr>
          <p:cNvSpPr txBox="1"/>
          <p:nvPr/>
        </p:nvSpPr>
        <p:spPr>
          <a:xfrm>
            <a:off x="3244271" y="3678247"/>
            <a:ext cx="1309000" cy="30773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 err="1">
                <a:latin typeface="Consolas" panose="020B0609020204030204" pitchFamily="49" charset="0"/>
              </a:rPr>
              <a:t>funB</a:t>
            </a:r>
            <a:r>
              <a:rPr lang="en-MY" dirty="0">
                <a:latin typeface="Consolas" panose="020B0609020204030204" pitchFamily="49" charset="0"/>
              </a:rPr>
              <a:t>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MY" dirty="0">
                <a:latin typeface="Consolas" panose="020B0609020204030204" pitchFamily="49" charset="0"/>
              </a:rPr>
              <a:t>)</a:t>
            </a:r>
            <a:endParaRPr dirty="0">
              <a:latin typeface="Consolas" panose="020B0609020204030204" pitchFamily="49" charset="0"/>
            </a:endParaRPr>
          </a:p>
        </p:txBody>
      </p:sp>
      <p:cxnSp>
        <p:nvCxnSpPr>
          <p:cNvPr id="71" name="Google Shape;181;p18">
            <a:extLst>
              <a:ext uri="{FF2B5EF4-FFF2-40B4-BE49-F238E27FC236}">
                <a16:creationId xmlns:a16="http://schemas.microsoft.com/office/drawing/2014/main" id="{FE5C6760-EA25-15BE-2E16-F477962FD310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835400" y="4570739"/>
            <a:ext cx="1790526" cy="6023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" name="Google Shape;162;p17">
            <a:extLst>
              <a:ext uri="{FF2B5EF4-FFF2-40B4-BE49-F238E27FC236}">
                <a16:creationId xmlns:a16="http://schemas.microsoft.com/office/drawing/2014/main" id="{A96CDE23-99C2-1B40-0095-187C1DF0B140}"/>
              </a:ext>
            </a:extLst>
          </p:cNvPr>
          <p:cNvSpPr/>
          <p:nvPr/>
        </p:nvSpPr>
        <p:spPr>
          <a:xfrm>
            <a:off x="5224336" y="4313176"/>
            <a:ext cx="207390" cy="207390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dirty="0"/>
          </a:p>
        </p:txBody>
      </p:sp>
      <p:sp>
        <p:nvSpPr>
          <p:cNvPr id="76" name="Google Shape;177;p18">
            <a:extLst>
              <a:ext uri="{FF2B5EF4-FFF2-40B4-BE49-F238E27FC236}">
                <a16:creationId xmlns:a16="http://schemas.microsoft.com/office/drawing/2014/main" id="{28DB39AA-3365-0404-2346-9DD66E9247B7}"/>
              </a:ext>
            </a:extLst>
          </p:cNvPr>
          <p:cNvSpPr txBox="1"/>
          <p:nvPr/>
        </p:nvSpPr>
        <p:spPr>
          <a:xfrm>
            <a:off x="5569949" y="5173070"/>
            <a:ext cx="1610609" cy="95406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3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+1, </a:t>
            </a:r>
            <a:r>
              <a:rPr lang="pt-BR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n=4</a:t>
            </a:r>
            <a:endParaRPr lang="pt-BR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MY" dirty="0">
                <a:latin typeface="Consolas" panose="020B0609020204030204" pitchFamily="49" charset="0"/>
              </a:rPr>
              <a:t>&lt;5)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MY" dirty="0">
                <a:latin typeface="Consolas" panose="020B0609020204030204" pitchFamily="49" charset="0"/>
              </a:rPr>
              <a:t>%2==0)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81" name="Google Shape;124;p15">
            <a:extLst>
              <a:ext uri="{FF2B5EF4-FFF2-40B4-BE49-F238E27FC236}">
                <a16:creationId xmlns:a16="http://schemas.microsoft.com/office/drawing/2014/main" id="{3C501429-225E-9936-DCF4-7B381136453F}"/>
              </a:ext>
            </a:extLst>
          </p:cNvPr>
          <p:cNvSpPr/>
          <p:nvPr/>
        </p:nvSpPr>
        <p:spPr>
          <a:xfrm>
            <a:off x="7656800" y="3099376"/>
            <a:ext cx="1710710" cy="954067"/>
          </a:xfrm>
          <a:prstGeom prst="wedgeRoundRectCallout">
            <a:avLst>
              <a:gd name="adj1" fmla="val -113178"/>
              <a:gd name="adj2" fmla="val 105661"/>
              <a:gd name="adj3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Output: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</a:p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funA –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funB – 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funA – 3</a:t>
            </a:r>
          </a:p>
        </p:txBody>
      </p:sp>
      <p:sp>
        <p:nvSpPr>
          <p:cNvPr id="88" name="Google Shape;177;p18">
            <a:extLst>
              <a:ext uri="{FF2B5EF4-FFF2-40B4-BE49-F238E27FC236}">
                <a16:creationId xmlns:a16="http://schemas.microsoft.com/office/drawing/2014/main" id="{42B3414B-56B2-BF68-4BF3-675396A7FE8E}"/>
              </a:ext>
            </a:extLst>
          </p:cNvPr>
          <p:cNvSpPr txBox="1"/>
          <p:nvPr/>
        </p:nvSpPr>
        <p:spPr>
          <a:xfrm>
            <a:off x="8678190" y="5209610"/>
            <a:ext cx="1610609" cy="30773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 err="1">
                <a:latin typeface="Consolas" panose="020B0609020204030204" pitchFamily="49" charset="0"/>
              </a:rPr>
              <a:t>funB</a:t>
            </a:r>
            <a:r>
              <a:rPr lang="en-MY" dirty="0">
                <a:latin typeface="Consolas" panose="020B0609020204030204" pitchFamily="49" charset="0"/>
              </a:rPr>
              <a:t>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MY" dirty="0">
                <a:latin typeface="Consolas" panose="020B0609020204030204" pitchFamily="49" charset="0"/>
              </a:rPr>
              <a:t>)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89" name="Google Shape;177;p18">
            <a:extLst>
              <a:ext uri="{FF2B5EF4-FFF2-40B4-BE49-F238E27FC236}">
                <a16:creationId xmlns:a16="http://schemas.microsoft.com/office/drawing/2014/main" id="{E332E3F3-6C30-7675-2E65-5CEA0777E809}"/>
              </a:ext>
            </a:extLst>
          </p:cNvPr>
          <p:cNvSpPr txBox="1"/>
          <p:nvPr/>
        </p:nvSpPr>
        <p:spPr>
          <a:xfrm>
            <a:off x="8696122" y="5848360"/>
            <a:ext cx="3055609" cy="95406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4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+1, </a:t>
            </a:r>
            <a:r>
              <a:rPr lang="pt-BR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n=5</a:t>
            </a:r>
            <a:endParaRPr lang="pt-BR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onsolas" panose="020B0609020204030204" pitchFamily="49" charset="0"/>
              </a:rPr>
              <a:t>if(</a:t>
            </a:r>
            <a:r>
              <a:rPr lang="en-MY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MY" dirty="0">
                <a:latin typeface="Consolas" panose="020B0609020204030204" pitchFamily="49" charset="0"/>
              </a:rPr>
              <a:t>&lt;5) </a:t>
            </a:r>
            <a:r>
              <a:rPr lang="en-MY" dirty="0">
                <a:highlight>
                  <a:srgbClr val="00FF00"/>
                </a:highlight>
                <a:latin typeface="Consolas" panose="020B0609020204030204" pitchFamily="49" charset="0"/>
              </a:rPr>
              <a:t>//reach the terminal case</a:t>
            </a:r>
          </a:p>
        </p:txBody>
      </p:sp>
      <p:cxnSp>
        <p:nvCxnSpPr>
          <p:cNvPr id="90" name="Google Shape;181;p18">
            <a:extLst>
              <a:ext uri="{FF2B5EF4-FFF2-40B4-BE49-F238E27FC236}">
                <a16:creationId xmlns:a16="http://schemas.microsoft.com/office/drawing/2014/main" id="{B924D6EF-9964-B2BF-FD91-990E42A4B929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6758786" y="5363478"/>
            <a:ext cx="1919404" cy="6023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" name="Google Shape;124;p15">
            <a:extLst>
              <a:ext uri="{FF2B5EF4-FFF2-40B4-BE49-F238E27FC236}">
                <a16:creationId xmlns:a16="http://schemas.microsoft.com/office/drawing/2014/main" id="{299BA1A5-25E7-BD95-BC64-59DC7E18EABE}"/>
              </a:ext>
            </a:extLst>
          </p:cNvPr>
          <p:cNvSpPr/>
          <p:nvPr/>
        </p:nvSpPr>
        <p:spPr>
          <a:xfrm>
            <a:off x="10009977" y="3462804"/>
            <a:ext cx="1875578" cy="1372951"/>
          </a:xfrm>
          <a:prstGeom prst="wedgeRoundRectCallout">
            <a:avLst>
              <a:gd name="adj1" fmla="val -79455"/>
              <a:gd name="adj2" fmla="val 77478"/>
              <a:gd name="adj3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Output:</a:t>
            </a: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</a:p>
          <a:p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funA –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funB – 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funA – 3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funB – 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02" name="Google Shape;181;p18">
            <a:extLst>
              <a:ext uri="{FF2B5EF4-FFF2-40B4-BE49-F238E27FC236}">
                <a16:creationId xmlns:a16="http://schemas.microsoft.com/office/drawing/2014/main" id="{AEFC1D9B-249B-3FB7-3F4F-9D611B9B3E48}"/>
              </a:ext>
            </a:extLst>
          </p:cNvPr>
          <p:cNvCxnSpPr>
            <a:cxnSpLocks/>
          </p:cNvCxnSpPr>
          <p:nvPr/>
        </p:nvCxnSpPr>
        <p:spPr>
          <a:xfrm>
            <a:off x="9501427" y="5542382"/>
            <a:ext cx="0" cy="29447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" name="Google Shape;162;p17">
            <a:extLst>
              <a:ext uri="{FF2B5EF4-FFF2-40B4-BE49-F238E27FC236}">
                <a16:creationId xmlns:a16="http://schemas.microsoft.com/office/drawing/2014/main" id="{E417DFFA-CA04-690E-96E6-55147F0673A4}"/>
              </a:ext>
            </a:extLst>
          </p:cNvPr>
          <p:cNvSpPr/>
          <p:nvPr/>
        </p:nvSpPr>
        <p:spPr>
          <a:xfrm>
            <a:off x="7834645" y="5105915"/>
            <a:ext cx="207390" cy="207390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SECJ2013 - DSA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MOHD RAZAK SAMINGAN</dc:creator>
  <cp:lastModifiedBy>wen yee</cp:lastModifiedBy>
  <cp:revision>1</cp:revision>
  <dcterms:created xsi:type="dcterms:W3CDTF">2023-10-16T08:01:42Z</dcterms:created>
  <dcterms:modified xsi:type="dcterms:W3CDTF">2024-10-23T07:43:37Z</dcterms:modified>
</cp:coreProperties>
</file>