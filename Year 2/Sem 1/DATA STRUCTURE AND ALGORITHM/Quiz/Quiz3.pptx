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2339787"/>
            <a:ext cx="9144000" cy="1170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MY"/>
              <a:t>SECJ2013 - DSA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/>
              <a:t>2024/2025-1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/>
              <a:t>QUIZ 3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55810" y="484093"/>
            <a:ext cx="698350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MY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 YEE WEN A23CS0099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 KAH SIN A23CS0080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627529" y="573740"/>
            <a:ext cx="10382978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MY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MY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following Node class and main function of C++: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361153" y="3087633"/>
            <a:ext cx="351378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295521" y="3087633"/>
            <a:ext cx="351378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283987" y="3087633"/>
            <a:ext cx="37702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299260" y="3087633"/>
            <a:ext cx="325730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314533" y="3087633"/>
            <a:ext cx="338554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cxnSp>
        <p:nvCxnSpPr>
          <p:cNvPr id="97" name="Google Shape;97;p14"/>
          <p:cNvCxnSpPr/>
          <p:nvPr/>
        </p:nvCxnSpPr>
        <p:spPr>
          <a:xfrm>
            <a:off x="6697726" y="3192228"/>
            <a:ext cx="615993" cy="1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p14"/>
          <p:cNvSpPr txBox="1"/>
          <p:nvPr/>
        </p:nvSpPr>
        <p:spPr>
          <a:xfrm>
            <a:off x="721687" y="1483430"/>
            <a:ext cx="4407600" cy="5264100"/>
          </a:xfrm>
          <a:prstGeom prst="rect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Node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public: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char data;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 *next, *prev;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Node *head = NULL, *last = NULL;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char items[] = {'U','C','M','T','K'};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0; i &lt; 5;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 *nn = new Node();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nn-&gt;data = items[i];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if (head == NULL)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MY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head=nn;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 else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last-&gt;</a:t>
            </a:r>
            <a:r>
              <a:rPr lang="en-MY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MY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MY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nn-&gt; </a:t>
            </a:r>
            <a:r>
              <a:rPr b="0" i="0" lang="en-MY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-MY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last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head-&gt;</a:t>
            </a:r>
            <a:r>
              <a:rPr lang="en-MY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MY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nn-&gt;</a:t>
            </a:r>
            <a:r>
              <a:rPr b="0" i="0" lang="en-MY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nex</a:t>
            </a:r>
            <a:r>
              <a:rPr lang="en-MY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MY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last = nn;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99" name="Google Shape;99;p14"/>
          <p:cNvCxnSpPr/>
          <p:nvPr/>
        </p:nvCxnSpPr>
        <p:spPr>
          <a:xfrm rot="10800000">
            <a:off x="6697726" y="3364917"/>
            <a:ext cx="597795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14"/>
          <p:cNvCxnSpPr/>
          <p:nvPr/>
        </p:nvCxnSpPr>
        <p:spPr>
          <a:xfrm>
            <a:off x="7646153" y="3192228"/>
            <a:ext cx="615993" cy="1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14"/>
          <p:cNvCxnSpPr/>
          <p:nvPr/>
        </p:nvCxnSpPr>
        <p:spPr>
          <a:xfrm rot="10800000">
            <a:off x="7646153" y="3364917"/>
            <a:ext cx="597795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14"/>
          <p:cNvCxnSpPr/>
          <p:nvPr/>
        </p:nvCxnSpPr>
        <p:spPr>
          <a:xfrm>
            <a:off x="8659316" y="3192228"/>
            <a:ext cx="615993" cy="1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14"/>
          <p:cNvCxnSpPr/>
          <p:nvPr/>
        </p:nvCxnSpPr>
        <p:spPr>
          <a:xfrm rot="10800000">
            <a:off x="8659316" y="3364917"/>
            <a:ext cx="597795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14"/>
          <p:cNvCxnSpPr/>
          <p:nvPr/>
        </p:nvCxnSpPr>
        <p:spPr>
          <a:xfrm>
            <a:off x="9674589" y="3186389"/>
            <a:ext cx="615993" cy="1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14"/>
          <p:cNvCxnSpPr/>
          <p:nvPr/>
        </p:nvCxnSpPr>
        <p:spPr>
          <a:xfrm rot="10800000">
            <a:off x="9674589" y="3359078"/>
            <a:ext cx="597795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14"/>
          <p:cNvCxnSpPr>
            <a:stCxn id="96" idx="3"/>
            <a:endCxn id="92" idx="0"/>
          </p:cNvCxnSpPr>
          <p:nvPr/>
        </p:nvCxnSpPr>
        <p:spPr>
          <a:xfrm rot="10800000">
            <a:off x="6536787" y="3087499"/>
            <a:ext cx="4116300" cy="184800"/>
          </a:xfrm>
          <a:prstGeom prst="bentConnector4">
            <a:avLst>
              <a:gd fmla="val -17370" name="adj1"/>
              <a:gd fmla="val 223629" name="adj2"/>
            </a:avLst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14"/>
          <p:cNvCxnSpPr>
            <a:stCxn id="92" idx="1"/>
            <a:endCxn id="96" idx="2"/>
          </p:cNvCxnSpPr>
          <p:nvPr/>
        </p:nvCxnSpPr>
        <p:spPr>
          <a:xfrm>
            <a:off x="6361153" y="3272299"/>
            <a:ext cx="4122600" cy="184800"/>
          </a:xfrm>
          <a:prstGeom prst="bentConnector4">
            <a:avLst>
              <a:gd fmla="val -9320" name="adj1"/>
              <a:gd fmla="val 223629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14"/>
          <p:cNvSpPr txBox="1"/>
          <p:nvPr/>
        </p:nvSpPr>
        <p:spPr>
          <a:xfrm>
            <a:off x="5513789" y="2560960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953864" y="3252258"/>
            <a:ext cx="4331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endParaRPr/>
          </a:p>
        </p:txBody>
      </p:sp>
      <p:cxnSp>
        <p:nvCxnSpPr>
          <p:cNvPr id="110" name="Google Shape;110;p14"/>
          <p:cNvCxnSpPr/>
          <p:nvPr/>
        </p:nvCxnSpPr>
        <p:spPr>
          <a:xfrm>
            <a:off x="6049905" y="2819445"/>
            <a:ext cx="234072" cy="233958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14"/>
          <p:cNvSpPr txBox="1"/>
          <p:nvPr/>
        </p:nvSpPr>
        <p:spPr>
          <a:xfrm>
            <a:off x="10797948" y="3034304"/>
            <a:ext cx="4251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454053" y="2111559"/>
            <a:ext cx="53303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Fill in the blank lines code to construct linked-list as shown below: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719401" y="3884400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</a:t>
            </a:r>
            <a:endParaRPr/>
          </a:p>
        </p:txBody>
      </p:sp>
      <p:cxnSp>
        <p:nvCxnSpPr>
          <p:cNvPr id="114" name="Google Shape;114;p14"/>
          <p:cNvCxnSpPr>
            <a:stCxn id="113" idx="0"/>
          </p:cNvCxnSpPr>
          <p:nvPr/>
        </p:nvCxnSpPr>
        <p:spPr>
          <a:xfrm rot="10800000">
            <a:off x="10719507" y="3564000"/>
            <a:ext cx="291000" cy="32040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14"/>
          <p:cNvSpPr txBox="1"/>
          <p:nvPr/>
        </p:nvSpPr>
        <p:spPr>
          <a:xfrm>
            <a:off x="6805178" y="3305889"/>
            <a:ext cx="4331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757762" y="3331641"/>
            <a:ext cx="4331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786928" y="3305889"/>
            <a:ext cx="4331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802884" y="3331640"/>
            <a:ext cx="4331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740126" y="2970075"/>
            <a:ext cx="4251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754106" y="2970075"/>
            <a:ext cx="4251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746422" y="2970075"/>
            <a:ext cx="4251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784607" y="2940168"/>
            <a:ext cx="4251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MY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